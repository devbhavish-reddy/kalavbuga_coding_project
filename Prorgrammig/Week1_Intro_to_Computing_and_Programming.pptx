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puzzle_navy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778240" y="91440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28016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280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SESSION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Computers &amp; Programming</a:t>
            </a:r>
            <a:endParaRPr lang="en-US" sz="42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కంప్యూటర్లు &amp; ప్రోగ్రామింగ్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58368" y="3794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first, friendly look at how we tell computers what to do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కంప్యూటర్‌కు ఏమి చేయాలో చెప్పడం గురించి ఒక చిన్న పరిచయం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Program  ·  Kurnool, Andhra Pradesh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Learn</a:t>
            </a:r>
            <a:endParaRPr lang="en-US" sz="26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మనం ఏమి నేర్చుకుంటాం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7452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7" name="Image 0" descr="/home/claude/icons/cod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830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instructions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సూచనలు ఇవ్వడం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45973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a computer exactly what to do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కంప్యూటర్‌కు ఖచ్చితంగా ఏమి చేయాలో చెప్పడం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87452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2" name="Image 1" descr="/home/claude/icons/language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9842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7830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'talk' to a computer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మనం కంప్యూటర్‌తో ఎలా 'మాట్లాడతాం'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040880" y="245973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and OFF signals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ఆన్ మరియు ఆఫ్ సంకేతాలు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38328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7" name="Image 2" descr="/home/claude/icons/listol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4930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2918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ways to give instructions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సూచనలు ఇచ్చే వివిధ మార్గాలు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17320" y="396849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blocks to typed words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బ్లాక్‌ల నుండి టైప్ చేసిన పదాల వరకు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72200" y="320040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55080" y="338328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22" name="Image 3" descr="/home/claude/icons/bol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4930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2918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computer works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 ఎలా పనిచేస్తుంది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040880" y="396849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in, think, give back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తీసుకోవడం, ఆలోచించడం, ఇవ్వడం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709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1520" y="489204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27" name="Image 4" descr="/home/claude/icons/history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00176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480060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history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సంక్షిప్త చరిత్ర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417320" y="547725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beads to smartphones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పూసల నుండి స్మార్ట్‌ఫోన్ల వరకు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72200" y="470916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55080" y="489204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32" name="Image 5" descr="/home/claude/icons/puzzle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500176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40880" y="480060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building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ఇప్పుడు నిర్మించడం మొదలుపెడతాం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7040880" y="5477256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Scratch &amp; App Inventor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ఈరోజు: Scratch &amp; App Inventor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Week 1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Instructions to a Computer</a:t>
            </a:r>
            <a:endParaRPr lang="en-US" sz="25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కంప్యూటర్‌కు సూచనలు ఇవ్వడం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C3A6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giving a computer very clear instructions — instructions it can follow with no confusion.</a:t>
            </a:r>
            <a:endParaRPr lang="en-US" sz="135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దీని అర్థం కంప్యూటర్‌కు చాలా స్పష్టమైన సూచనలు ఇవ్వడం — గందరగోళం లేకుండా అది పాటించగల సూచనలు.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our game on Day 1?</a:t>
            </a:r>
            <a:endParaRPr lang="en-US" sz="1250" dirty="0"/>
          </a:p>
          <a:p>
            <a:pPr indent="0" marL="0">
              <a:buNone/>
            </a:pPr>
            <a:r>
              <a:rPr lang="en-US" sz="1150" i="1" dirty="0">
                <a:solidFill>
                  <a:srgbClr val="F5A62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మన మొదటి రోజు ఆట గుర్తుందా?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"Walk forward" was confusing. "Take 3 steps, then stop" worked. That is exactly what giving instructions feels like.</a:t>
            </a:r>
            <a:endParaRPr lang="en-US" sz="1150" dirty="0"/>
          </a:p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"ముందుకు నడవండి" గందరగోళంగా ఉంది. "3 అడుగులు వేసి ఆపండి" పనిచేసింది. సూచనలు ఇవ్వడం అంటే ఇదే.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give instructions?</a:t>
            </a:r>
            <a:endParaRPr lang="en-US" sz="145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మనం ఎందుకు సూచనలు ఇస్తాం?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0" y="260604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0" descr="/home/claude/icons/bol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28" y="271576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40880" y="2560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hard work easy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కష్టమైన పనిని తేలికగా చేయడానికి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356616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4" name="Image 1" descr="/home/claude/icons/puzz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67588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3520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solve real problems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నిజమైన సమస్యలను పరిష్కరించడానికి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0" y="45262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7" name="Image 2" descr="/home/claude/icons/gamepa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6360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0" y="44805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games and apps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ఆటలు, యాప్‌లు తయారు చేయడానికి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0" y="54864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0" name="Image 3" descr="/home/claude/icons/cog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559612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40880" y="5440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control machines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యంత్రాలను నియంత్రించడానికి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Week 1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'Talk' to a Computer?</a:t>
            </a:r>
            <a:endParaRPr lang="en-US" sz="2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మనం కంప్యూటర్‌తో ఎలా 'మాట్లాడతాం'?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only understands ON and OFF signals.</a:t>
            </a:r>
            <a:endParaRPr lang="en-US" sz="135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కంప్యూటర్‌కు ఆన్ మరియు ఆఫ్ సంకేతాలు మాత్రమే అర్థమవుతాయి.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too hard for us to write directly. So we use simple words instead — a helper changes our words into ON/OFF signals.</a:t>
            </a:r>
            <a:endParaRPr lang="en-US" sz="11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వాటిని నేరుగా రాయడం కష్టం. అందుకే మనం సులభమైన పదాలు ఉపయోగిస్తాం — ఒక సహాయకుడు వాటిని ఆన్/ఆఫ్ సంకేతాలుగా మారుస్తుంది.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57400" y="3429000"/>
            <a:ext cx="548640" cy="548640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9" name="Image 0" descr="/home/claude/icons/cod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272" y="354787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0873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మీరు రాస్తారు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709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"Move forward"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0080" y="5029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"ముందుకు వెళ్ళు"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words, for humans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మనుషుల కోసం సులభమైన పదాలు</a:t>
            </a:r>
            <a:endParaRPr lang="en-US" sz="950" dirty="0"/>
          </a:p>
        </p:txBody>
      </p:sp>
      <p:pic>
        <p:nvPicPr>
          <p:cNvPr id="14" name="Image 1" descr="/home/claude/icons/arr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461772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389120" y="324612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06440" y="3429000"/>
            <a:ext cx="548640" cy="548640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7" name="Image 2" descr="/home/claude/icons/language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354787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0" y="40873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changes it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ఒక సహాయకుడు దాన్ని మారుస్తుంది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389120" y="4709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a translator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389120" y="5029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ఒక అనువాదకుడిలా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26280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calls this a compiler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 దీన్ని 'కంపైలర్' అంటుంది</a:t>
            </a:r>
            <a:endParaRPr lang="en-US" sz="950" dirty="0"/>
          </a:p>
        </p:txBody>
      </p:sp>
      <p:pic>
        <p:nvPicPr>
          <p:cNvPr id="22" name="Image 3" descr="/home/claude/icons/arrow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617720"/>
            <a:ext cx="274320" cy="2743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38160" y="324612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555480" y="3429000"/>
            <a:ext cx="548640" cy="548640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25" name="Image 4" descr="/home/claude/icons/microchi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354787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38160" y="40873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follows it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 దాన్ని పాటిస్తుంది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8138160" y="4709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ON-OFF-OFF-ON...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8275320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computer's own signals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 స్వంత సంకేతాలు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Week 1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Ways to Give Instructions</a:t>
            </a:r>
            <a:endParaRPr lang="en-US" sz="2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సూచనలు ఇచ్చే వివిధ మార్గాలు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 easy to start with. Some take more practice.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కొన్ని మొదలుపెట్టడం సులభం. కొన్నింటికి ఎక్కువ సాధన అవసరం.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1064240" cy="365760"/>
          </a:xfrm>
          <a:prstGeom prst="roundRect">
            <a:avLst>
              <a:gd name="adj" fmla="val 37500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323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START</a:t>
            </a:r>
            <a:endParaRPr lang="en-US" sz="95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మొదలుపెట్టడం సులభం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0" y="243230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PRACTICE</a:t>
            </a:r>
            <a:endParaRPr lang="en-US" sz="950" dirty="0"/>
          </a:p>
          <a:p>
            <a:pPr algn="r" indent="0" marL="0">
              <a:lnSpc>
                <a:spcPct val="90000"/>
              </a:lnSpc>
              <a:buNone/>
            </a:pPr>
            <a:r>
              <a:rPr lang="en-US" sz="9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ఎక్కువ సాధన అవసరం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25780" y="2971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72768" y="3154680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0" descr="/home/claude/icons/puzz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3264408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1722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డ్రాగ్ &amp; డ్రాప్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" y="4343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Scratch, App Inventor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2940" y="4709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with blocks, like a puzzle. No typing needed.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మీరు బ్లాక్‌లతో నిర్మిస్తారు, ఒక పజిల్‌లా. టైపింగ్ అవసరం లేదు.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60420" y="2971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07408" y="315468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7" name="Image 1" descr="/home/claude/icons/code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326440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186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Words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సాధారణ పదాలు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51860" y="4343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497580" y="4709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real instructions, line by line.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మీరు నిజమైన సూచనలను లైన్ బై లైన్ టైప్ చేస్తారు.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95060" y="2971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242048" y="315468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23" name="Image 2" descr="/home/claude/icons/mobile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326440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8650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Websites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వెబ్‌సైట్లు నిర్మించడం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286500" y="4343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332220" y="4709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make pages we see on the internet.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ఇంటర్నెట్‌లో మనం చూసే పేజీలు తయారు చేయడానికి.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9029700" y="2971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0076688" y="315468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29" name="Image 3" descr="/home/claude/icons/microchi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16" y="3264408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21140" y="37947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Big Software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పెద్ద సాఫ్ట్‌వేర్ నిర్మించడం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121140" y="4343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C++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9166860" y="47091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large apps, and video games.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పెద్ద యాప్‌ల కోసం, వీడియో గేమ్‌ల కోసం.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48640" y="6263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 start on the left — same thinking, no typing yet.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ఈరోజు, మనం ఎడమవైపు నుండి మొదలుపెడతాం — అదే ఆలోచన, ఇంకా టైపింగ్ లేదు.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Week 1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In → Think → Give Back</a:t>
            </a:r>
            <a:endParaRPr lang="en-US" sz="24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తీసుకోవడం → ఆలోచించడం → ఇవ్వడం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computer, every time, does these 3 things in order.</a:t>
            </a:r>
            <a:endParaRPr lang="en-US" sz="12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ప్రతి కంప్యూటర్ ప్రతిసారీ ఈ 3 పనులను వరుసగా చేస్తుంది.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3291840" cy="3246120"/>
          </a:xfrm>
          <a:prstGeom prst="roundRect">
            <a:avLst>
              <a:gd name="adj" fmla="val 338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icons/key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112" y="2560320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461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IN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తీసుకోవడం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(Input / ఇన్‌పుట్)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297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Typing, talking, touching, a photo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టైప్ చేయడం, మాట్లాడటం, తాకడం, ఫోటో</a:t>
            </a:r>
            <a:endParaRPr lang="en-US" sz="1050" dirty="0"/>
          </a:p>
        </p:txBody>
      </p:sp>
      <p:pic>
        <p:nvPicPr>
          <p:cNvPr id="11" name="Image 1" descr="/home/claude/icons/arr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6" y="3808476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34840" y="2331720"/>
            <a:ext cx="3291840" cy="3246120"/>
          </a:xfrm>
          <a:prstGeom prst="roundRect">
            <a:avLst>
              <a:gd name="adj" fmla="val 3380"/>
            </a:avLst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/home/claude/icons/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2560320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34840" y="32461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ఆలోచించడం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61772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(Process / ప్రాసెస్)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617720" y="4297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follows the steps, one by one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 దశలను ఒక్కొక్కటిగా పాటిస్తుంది</a:t>
            </a:r>
            <a:endParaRPr lang="en-US" sz="1050" dirty="0"/>
          </a:p>
        </p:txBody>
      </p:sp>
      <p:pic>
        <p:nvPicPr>
          <p:cNvPr id="17" name="Image 3" descr="/home/claude/icons/arrow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6" y="3808476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83880" y="2331720"/>
            <a:ext cx="3291840" cy="3246120"/>
          </a:xfrm>
          <a:prstGeom prst="roundRect">
            <a:avLst>
              <a:gd name="adj" fmla="val 338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/home/claude/icons/deskto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2" y="2560320"/>
            <a:ext cx="585216" cy="58521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83880" y="32461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BACK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ఇవ్వడం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836676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(Output / అవుట్‌పుట్)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8366760" y="42976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screen, played from a speaker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స్క్రీన్ మీద చూపిస్తుంది, స్పీకర్‌లో వినిపిస్తుంది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You press a key (take in) → the computer figures out the letter (think) → it shows on screen (give back).</a:t>
            </a:r>
            <a:endParaRPr lang="en-US" sz="1150" dirty="0"/>
          </a:p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ఉదాహరణ: మనం ఒక కీని నొక్కుతాం (తీసుకోవడం) → కంప్యూటర్ ఆ అక్షరాన్ని తెలుసుకుంటుంది (ఆలోచించడం) → అది స్క్రీన్ మీద కనిపిస్తుంది (ఇవ్వడం).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Week 1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History of Computers</a:t>
            </a:r>
            <a:endParaRPr lang="en-US" sz="2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కంప్యూటర్ల సంక్షిప్త చరిత్ర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106984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3867912"/>
            <a:ext cx="219456" cy="219456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1031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176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ago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F5A62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చాలా కాలం క్రితం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Abacus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అబాకస్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Beads on a frame, used to count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లెక్కించడానికి పూసల చట్రం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25880" y="3703320"/>
            <a:ext cx="0" cy="2743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18104" y="3867912"/>
            <a:ext cx="219456" cy="219456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13432" y="425196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04872" y="4325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1800s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F5A62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1800లు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04872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కాలిక్యులేటర్లు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04872" y="518464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with gears that added numbers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సంఖ్యలు కూడే గేర్ల యంత్రాలు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27832" y="4087368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0056" y="3867912"/>
            <a:ext cx="219456" cy="219456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15384" y="21031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06824" y="2176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F5A62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1940లు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06824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Computer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మొదటి కంప్యూటర్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06824" y="303580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 room, very slow by today's standard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గదినిండా ఉండేది, ఇప్పటితో పోలిస్తే నెమ్మది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29784" y="3703320"/>
            <a:ext cx="0" cy="2743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2008" y="3867912"/>
            <a:ext cx="219456" cy="219456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17336" y="425196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08776" y="4325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F5A62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1980లు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08776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Computers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ఇంటి కంప్యూటర్లు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08776" y="518464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fit on a desk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బల్ల మీద పట్టేంత చిన్నది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31736" y="4087368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3867912"/>
            <a:ext cx="219456" cy="219456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9288" y="21031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10728" y="2176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F5A62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2000లు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110728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స్మార్ట్‌ఫోన్లు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10728" y="303580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computer in your pocket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జేబులో శక్తివంతమైన కంప్యూటర్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933688" y="3703320"/>
            <a:ext cx="0" cy="2743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25912" y="3867912"/>
            <a:ext cx="219456" cy="219456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21240" y="425196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012680" y="4325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50" i="1" dirty="0">
                <a:solidFill>
                  <a:srgbClr val="F5A62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ఈరోజు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01268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Computers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స్మార్ట్ కంప్యూటర్లు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012680" y="518464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learn from photos and data</a:t>
            </a:r>
            <a:endParaRPr lang="en-US" sz="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ఫోటోలు, డేటా నుండి నేర్చుకుంటాయి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0835640" y="4087368"/>
            <a:ext cx="0" cy="164592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Week 1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26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అన్నింటినీ కలిపి చూద్దాం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04188" y="237744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8" name="Image 0" descr="/home/claude/icons/cod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24871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10896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instructions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మీరు సూచనలు రాస్తారు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3977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down what you want to happen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ఏమి జరగాలో మీరు రాస్తారు</a:t>
            </a:r>
            <a:endParaRPr lang="en-US" sz="950" dirty="0"/>
          </a:p>
        </p:txBody>
      </p:sp>
      <p:pic>
        <p:nvPicPr>
          <p:cNvPr id="11" name="Image 1" descr="/home/claude/icons/arr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3685032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91840" y="19202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4290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84548" y="2377440"/>
            <a:ext cx="512064" cy="512064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5" name="Image 2" descr="/home/claude/icons/language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76" y="248716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10896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changed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అది మార్చబడుతుంది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474720" y="3977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turns it into the computer's signals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ఒక సహాయకుడు దాన్ని కంప్యూటర్ సంకేతాలుగా మారుస్తుంది</a:t>
            </a:r>
            <a:endParaRPr lang="en-US" sz="950" dirty="0"/>
          </a:p>
        </p:txBody>
      </p:sp>
      <p:pic>
        <p:nvPicPr>
          <p:cNvPr id="18" name="Image 3" descr="/home/claude/icons/arrow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3685032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72200" y="19202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3093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264908" y="2377440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2" name="Image 4" descr="/home/claude/icons/cogs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636" y="248716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36792" y="310896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follows it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కంప్యూటర్ దాన్ని పాటిస్తుంది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355080" y="3977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each step, very fast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ఇది ప్రతి దశను చాలా వేగంగా చేస్తుంది</a:t>
            </a:r>
            <a:endParaRPr lang="en-US" sz="950" dirty="0"/>
          </a:p>
        </p:txBody>
      </p:sp>
      <p:pic>
        <p:nvPicPr>
          <p:cNvPr id="25" name="Image 5" descr="/home/claude/icons/arrow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3685032"/>
            <a:ext cx="219456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052560" y="192024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918972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10145268" y="2377440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9" name="Image 6" descr="/home/claude/icons/desktop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4996" y="2487168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217152" y="3108960"/>
            <a:ext cx="2368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result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మీరు ఫలితాన్ని చూస్తారు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9235440" y="3977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moves, an app opens, a page loads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గేమ్ కదులుతుంది, యాప్ తెరుచుకుంటుంది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Week 1</a:t>
            </a:r>
            <a:endParaRPr lang="en-US" sz="950" dirty="0"/>
          </a:p>
        </p:txBody>
      </p:sp>
      <p:sp>
        <p:nvSpPr>
          <p:cNvPr id="33" name="Text 2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We Start Building</a:t>
            </a:r>
            <a:endParaRPr lang="en-US" sz="26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ఈరోజు, మనం నిర్మించడం మొదలుపెడతాం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thinking as today's lesson — but now, you build it yourself.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ఈరోజు పాఠంలోని అదే ఆలోచన — కానీ ఇప్పుడు, మీరే దాన్ని నిర్మిస్తారు.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212080" cy="4023360"/>
          </a:xfrm>
          <a:prstGeom prst="roundRect">
            <a:avLst>
              <a:gd name="adj" fmla="val 3182"/>
            </a:avLst>
          </a:prstGeom>
          <a:solidFill>
            <a:srgbClr val="0F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83464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8" name="Image 0" descr="/home/claude/icons/puzz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9900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8986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Scratch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characters and build small games. You drag blocks — no typing.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పాత్రలను కదిలించండి, చిన్న గేమ్‌లు నిర్మించండి. మీరు బ్లాక్‌లను లాగుతారు — టైపింగ్ లేదు.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873752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4754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an action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ఒక పనిని పునరావృతం చేయడం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5422392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5303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choice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ఎంపిక చేయడం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14400" y="5971032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5852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score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స్కోరు ఉంచడం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2514600"/>
            <a:ext cx="5212080" cy="4023360"/>
          </a:xfrm>
          <a:prstGeom prst="roundRect">
            <a:avLst>
              <a:gd name="adj" fmla="val 3182"/>
            </a:avLst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20840" y="2834640"/>
            <a:ext cx="640080" cy="640080"/>
          </a:xfrm>
          <a:prstGeom prst="ellipse">
            <a:avLst/>
          </a:prstGeom>
          <a:solidFill>
            <a:srgbClr val="0F2040"/>
          </a:solidFill>
          <a:ln/>
        </p:spPr>
      </p:sp>
      <p:pic>
        <p:nvPicPr>
          <p:cNvPr id="19" name="Image 1" descr="/home/claude/icons/mobile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99008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543800" y="28986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 App Inventor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6766560" y="36576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blocks — but now you build a real app for a phone.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అదే బ్లాక్‌లు — కానీ ఇప్పుడు ఫోన్ కోసం నిజమైన యాప్ నిర్మిస్తారు.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766560" y="4873752"/>
            <a:ext cx="182880" cy="182880"/>
          </a:xfrm>
          <a:prstGeom prst="ellipse">
            <a:avLst/>
          </a:prstGeom>
          <a:solidFill>
            <a:srgbClr val="0F2040"/>
          </a:solidFill>
          <a:ln/>
        </p:spPr>
      </p:sp>
      <p:sp>
        <p:nvSpPr>
          <p:cNvPr id="23" name="Text 19"/>
          <p:cNvSpPr/>
          <p:nvPr/>
        </p:nvSpPr>
        <p:spPr>
          <a:xfrm>
            <a:off x="7086600" y="4754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you can tap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మీరు తాకగల బటన్లు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766560" y="5422392"/>
            <a:ext cx="182880" cy="182880"/>
          </a:xfrm>
          <a:prstGeom prst="ellipse">
            <a:avLst/>
          </a:prstGeom>
          <a:solidFill>
            <a:srgbClr val="0F2040"/>
          </a:solidFill>
          <a:ln/>
        </p:spPr>
      </p:sp>
      <p:sp>
        <p:nvSpPr>
          <p:cNvPr id="25" name="Text 21"/>
          <p:cNvSpPr/>
          <p:nvPr/>
        </p:nvSpPr>
        <p:spPr>
          <a:xfrm>
            <a:off x="7086600" y="5303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real phone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నిజమైన ఫోన్‌లో పరీక్షించడం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766560" y="5971032"/>
            <a:ext cx="182880" cy="182880"/>
          </a:xfrm>
          <a:prstGeom prst="ellipse">
            <a:avLst/>
          </a:prstGeom>
          <a:solidFill>
            <a:srgbClr val="0F2040"/>
          </a:solidFill>
          <a:ln/>
        </p:spPr>
      </p:sp>
      <p:sp>
        <p:nvSpPr>
          <p:cNvPr id="27" name="Text 23"/>
          <p:cNvSpPr/>
          <p:nvPr/>
        </p:nvSpPr>
        <p:spPr>
          <a:xfrm>
            <a:off x="7086600" y="5852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an app that knows pictures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0F20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తర్వాత: చిత్రాలను గుర్తించే యాప్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· Week 1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puzzle_navy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778240" y="73152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03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Start Building.</a:t>
            </a:r>
            <a:endParaRPr lang="en-US" sz="4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నిర్మించడం మొదలుపెడదాం.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58368" y="37947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type one word today. You just need to think in clear, small steps.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ఈరోజు మీరు ఒక్క పదం కూడా టైప్ చేయాల్సిన అవసరం లేదు. స్పష్టమైన, చిన్న దశల్లో ఆలోచించాలి అంతే.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50292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SCRATCH →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Actoryx Student Incubator Program  ·  Kurnool, Andhra Pradesh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1 - Intro to Programming (Bilingual)</dc:title>
  <dc:subject>PptxGenJS Presentation</dc:subject>
  <dc:creator>Actoryx Student Incubator</dc:creator>
  <cp:lastModifiedBy>Actoryx Student Incubator</cp:lastModifiedBy>
  <cp:revision>1</cp:revision>
  <dcterms:created xsi:type="dcterms:W3CDTF">2026-06-23T12:01:28Z</dcterms:created>
  <dcterms:modified xsi:type="dcterms:W3CDTF">2026-06-23T12:01:28Z</dcterms:modified>
</cp:coreProperties>
</file>