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1.png"/><Relationship Id="rId6" Type="http://schemas.openxmlformats.org/officeDocument/2006/relationships/image" Target="../media/image-7-2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puzzle_navy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778240" y="914400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28016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F5A62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1280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· GETTING STARTED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with Scratch</a:t>
            </a:r>
            <a:endParaRPr lang="en-US" sz="4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Scratch తో మొదలు పెట్టడం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58368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steps into building with blocks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బ్లాక్‌లతో నిర్మించడంలో మీ మొదటి అడుగులు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Program  ·  Kurnool, Andhra Pradesh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Learn</a:t>
            </a:r>
            <a:endParaRPr lang="en-US" sz="26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మనం ఏమి నేర్చుకుంటాం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7452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7" name="Image 0" descr="/home/claude/icons/puzzl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8424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830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Scratch?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Scratch అంటే ఏమిటి?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17320" y="2459736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way to build with blocks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బ్లాక్‌లతో నిర్మించే ఉచిత మార్గం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187452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12" name="Image 1" descr="/home/claude/icons/globe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98424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17830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Scratch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Scratch తెరవడం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040880" y="2459736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 offline, both work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ఆన్‌లైన్ లేదా ఆఫ్‌లైన్, రెండూ పనిచేస్తాయి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2004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38328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17" name="Image 2" descr="/home/claude/icons/layers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49300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29184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of the screen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స్క్రీన్ పరిచయం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417320" y="3968496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Stage, sprites, and blocks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స్టేజ్, స్ప్రైట్‌లు, బ్లాక్‌లు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72200" y="32004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55080" y="338328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22" name="Image 3" descr="/home/claude/icons/palette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349300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329184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block colors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బ్లాక్ రంగులను తెలుసుకోండి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040880" y="3968496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has its own color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ప్రతి విభాగానికి దాని స్వంత రంగు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7091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31520" y="489204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27" name="Image 4" descr="/home/claude/icons/code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00176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480060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script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మీ మొదటి స్క్రిప్ట్ నిర్మించండి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417320" y="5477256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blocks, press play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బ్లాక్‌లను అతికించండి, ప్లే నొక్కండి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72200" y="47091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55080" y="489204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32" name="Image 5" descr="/home/claude/icons/share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500176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40880" y="480060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share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సేవ్ &amp; షేర్ చేయండి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7040880" y="5477256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it, or show the world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దాన్ని ఉంచండి, లేదా చూపించండి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· Scratch Basics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Scratch?</a:t>
            </a:r>
            <a:endParaRPr lang="en-US" sz="2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Scratch అంటే ఏమిటి?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is a free tool.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1A1A2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Scratch ఒక ఉచిత సాధనం.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with colorful blocks.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1A1A2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మీరు రంగురంగుల బ్లాక్‌లతో నిర్మిస్తారు.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8640" y="303580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typing. No syntax errors.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1A1A2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టైపింగ్ లేదు. తప్పులు లేవు.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363931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snap pieces together, like a puzzle.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1A1A2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ముక్కలను పజిల్‌లా అతికించండి, అంతే.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MIT, used by kids all around the world.</a:t>
            </a:r>
            <a:endParaRPr lang="en-US" sz="125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MIT రూపొందించింది, ప్రపంచవ్యాప్తంగా పిల్లలు ఉపయోగిస్తారు.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0" y="169164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home/claude/icons/puzzl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286000"/>
            <a:ext cx="1097280" cy="10972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0" y="37490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games, stories, and animations — all with blocks.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గేమ్‌లు, కథలు, యానిమేషన్‌లు — అన్నీ బ్లాక్‌లతో.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· Scratch Basics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Scratch</a:t>
            </a:r>
            <a:endParaRPr lang="en-US" sz="2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Scratch తెరవడం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12080" cy="3566160"/>
          </a:xfrm>
          <a:prstGeom prst="roundRect">
            <a:avLst>
              <a:gd name="adj" fmla="val 3590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86000"/>
            <a:ext cx="777240" cy="77724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7" name="Image 0" descr="/home/claude/icons/glob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688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918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It Online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60120" y="402336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scratch.mit.edu and click "Create." Works in any browser.</a:t>
            </a:r>
            <a:endParaRPr lang="en-US" sz="1300" dirty="0"/>
          </a:p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scratch.mit.edu కి వెళ్ళి "Create" నొక్కండి. ఏ బ్రౌజర్‌లోనైనా పనిచేస్తుంది.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0" y="1920240"/>
            <a:ext cx="5212080" cy="3566160"/>
          </a:xfrm>
          <a:prstGeom prst="roundRect">
            <a:avLst>
              <a:gd name="adj" fmla="val 3590"/>
            </a:avLst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66560" y="2286000"/>
            <a:ext cx="777240" cy="777240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12" name="Image 1" descr="/home/claude/icons/download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4688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66560" y="32918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Scratch Desktop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812280" y="402336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 — great for low-connectivity classrooms.</a:t>
            </a:r>
            <a:endParaRPr lang="en-US" sz="1300" dirty="0"/>
          </a:p>
          <a:p>
            <a:pPr indent="0" marL="0"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ఇంటర్నెట్ లేకుండా పనిచేస్తుంది — తక్కువ నెట్‌వర్క్ ఉన్న తరగతులకు మంచిది.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2F5FB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58247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You don't need an account to try Scratch — only to save online and share.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సూచన: Scratch ప్రయత్నించడానికి ఖాతా అవసరం లేదు — ఆన్‌లైన్‌లో సేవ్ చేయడానికి, షేర్ చేయడానికి మాత్రమే అవసరం.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· Scratch Basics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 Tour of the Screen</a:t>
            </a:r>
            <a:endParaRPr lang="en-US" sz="26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స్క్రీన్ యొక్క శీఘ్ర పరిచయం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4480560"/>
          </a:xfrm>
          <a:prstGeom prst="roundRect">
            <a:avLst>
              <a:gd name="adj" fmla="val 2041"/>
            </a:avLst>
          </a:prstGeom>
          <a:solidFill>
            <a:srgbClr val="F2F5FB"/>
          </a:solidFill>
          <a:ln w="19050">
            <a:solidFill>
              <a:srgbClr val="0F20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1064240" cy="50292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Costumes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3017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688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PALETTE</a:t>
            </a:r>
            <a:endParaRPr lang="en-US" sz="1300" dirty="0"/>
          </a:p>
          <a:p>
            <a:pPr indent="0" marL="0"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బ్లాక్ ప్యాలెట్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blocks you can use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మీరు ఉపయోగించగల అన్ని బ్లాక్‌లు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2560320" cy="246888"/>
          </a:xfrm>
          <a:prstGeom prst="roundRect">
            <a:avLst>
              <a:gd name="adj" fmla="val 14815"/>
            </a:avLst>
          </a:prstGeom>
          <a:solidFill>
            <a:srgbClr val="4C97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023360"/>
            <a:ext cx="2560320" cy="246888"/>
          </a:xfrm>
          <a:prstGeom prst="roundRect">
            <a:avLst>
              <a:gd name="adj" fmla="val 14815"/>
            </a:avLst>
          </a:prstGeom>
          <a:solidFill>
            <a:srgbClr val="996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343400"/>
            <a:ext cx="2560320" cy="246888"/>
          </a:xfrm>
          <a:prstGeom prst="roundRect">
            <a:avLst>
              <a:gd name="adj" fmla="val 14815"/>
            </a:avLst>
          </a:prstGeom>
          <a:solidFill>
            <a:srgbClr val="D65CD6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663440"/>
            <a:ext cx="2560320" cy="246888"/>
          </a:xfrm>
          <a:prstGeom prst="roundRect">
            <a:avLst>
              <a:gd name="adj" fmla="val 14815"/>
            </a:avLst>
          </a:prstGeom>
          <a:solidFill>
            <a:srgbClr val="FFD50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983480"/>
            <a:ext cx="2560320" cy="246888"/>
          </a:xfrm>
          <a:prstGeom prst="roundRect">
            <a:avLst>
              <a:gd name="adj" fmla="val 14815"/>
            </a:avLst>
          </a:prstGeom>
          <a:solidFill>
            <a:srgbClr val="FFAB19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2286000"/>
            <a:ext cx="4389120" cy="3977640"/>
          </a:xfrm>
          <a:prstGeom prst="rect">
            <a:avLst/>
          </a:prstGeom>
          <a:solidFill>
            <a:srgbClr val="FAFB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24688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AREA</a:t>
            </a:r>
            <a:endParaRPr lang="en-US" sz="1300" dirty="0"/>
          </a:p>
          <a:p>
            <a:pPr indent="0" marL="0"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కోడ్ ఏరియా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94760" y="3063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blocks here to build your script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స్క్రిప్ట్ నిర్మించడానికి ఇక్కడ బ్లాక్‌లను అతికించండి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38404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FD500"/>
          </a:solidFill>
          <a:ln/>
        </p:spPr>
      </p:sp>
      <p:sp>
        <p:nvSpPr>
          <p:cNvPr id="22" name="Shape 20"/>
          <p:cNvSpPr/>
          <p:nvPr/>
        </p:nvSpPr>
        <p:spPr>
          <a:xfrm>
            <a:off x="3840480" y="4251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4C97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955280" y="2286000"/>
            <a:ext cx="3657600" cy="2466137"/>
          </a:xfrm>
          <a:prstGeom prst="rect">
            <a:avLst/>
          </a:prstGeom>
          <a:solidFill>
            <a:srgbClr val="1C3A6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300" dirty="0"/>
          </a:p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స్టేజ్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8388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 project comes alive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మీ ప్రాజెక్ట్ ఇక్కడ కనిపిస్తుంది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55280" y="4752137"/>
            <a:ext cx="3657600" cy="1511503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4861865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SPRITES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స్ప్రైట్‌లు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83880" y="5319065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characters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మీ పాత్రలన్నీ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· Scratch Basics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Category Has a Color</a:t>
            </a:r>
            <a:endParaRPr lang="en-US" sz="2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ప్రతి విభాగానికి ఒక రంగు ఉంటుంది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real colors used inside Scratch.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ఇవి Scratch లో ఉపయోగించే నిజమైన రంగులు.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1500" y="196596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6092" y="2112264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4C97FF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" y="21122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9132" y="21305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మోషన్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6092" y="2587752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and turn your sprite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1A1A2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స్ప్రైట్‌ను కదిలించండి, తిప్పండి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0540" y="196596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5132" y="2112264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996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485132" y="21122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8172" y="21305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లుక్స్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5132" y="2587752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how it looks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1A1A2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అది ఎలా కనిపిస్తుందో మార్చండి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69580" y="196596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34172" y="2112264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D65CD6"/>
          </a:solidFill>
          <a:ln/>
        </p:spPr>
      </p:sp>
      <p:sp>
        <p:nvSpPr>
          <p:cNvPr id="18" name="Text 16"/>
          <p:cNvSpPr/>
          <p:nvPr/>
        </p:nvSpPr>
        <p:spPr>
          <a:xfrm>
            <a:off x="8234172" y="21122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97212" y="21305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సౌండ్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34172" y="2587752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sounds and music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1A1A2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శబ్దాలు, సంగీతం వాయించండి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1500" y="342900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6092" y="3575304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D500"/>
          </a:solidFill>
          <a:ln/>
        </p:spPr>
      </p:sp>
      <p:sp>
        <p:nvSpPr>
          <p:cNvPr id="23" name="Text 21"/>
          <p:cNvSpPr/>
          <p:nvPr/>
        </p:nvSpPr>
        <p:spPr>
          <a:xfrm>
            <a:off x="736092" y="3575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99132" y="35935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ఈవెంట్స్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6092" y="4050792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script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1A1A2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మీ స్క్రిప్ట్‌ను ప్రారంభించండి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20540" y="342900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85132" y="3575304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AB19"/>
          </a:solidFill>
          <a:ln/>
        </p:spPr>
      </p:sp>
      <p:sp>
        <p:nvSpPr>
          <p:cNvPr id="28" name="Text 26"/>
          <p:cNvSpPr/>
          <p:nvPr/>
        </p:nvSpPr>
        <p:spPr>
          <a:xfrm>
            <a:off x="4485132" y="3575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8172" y="35935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కంట్రోల్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85132" y="4050792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and make choices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1A1A2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పునరావృతం, ఎంపికలు చేయండి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69580" y="342900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34172" y="3575304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4CBFE6"/>
          </a:solidFill>
          <a:ln/>
        </p:spPr>
      </p:sp>
      <p:sp>
        <p:nvSpPr>
          <p:cNvPr id="33" name="Text 31"/>
          <p:cNvSpPr/>
          <p:nvPr/>
        </p:nvSpPr>
        <p:spPr>
          <a:xfrm>
            <a:off x="8234172" y="3575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97212" y="35935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సెన్సింగ్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34172" y="4050792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touches and clicks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1A1A2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తాకడం, క్లిక్‌లను గమనించండి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71500" y="489204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6092" y="5038344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40BF4A"/>
          </a:solidFill>
          <a:ln/>
        </p:spPr>
      </p:sp>
      <p:sp>
        <p:nvSpPr>
          <p:cNvPr id="38" name="Text 36"/>
          <p:cNvSpPr/>
          <p:nvPr/>
        </p:nvSpPr>
        <p:spPr>
          <a:xfrm>
            <a:off x="736092" y="50383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199132" y="5056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ఆపరేటర్స్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6092" y="5513832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math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1A1A2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గణితం చేయండి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320540" y="489204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485132" y="5038344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8C1A"/>
          </a:solidFill>
          <a:ln/>
        </p:spPr>
      </p:sp>
      <p:sp>
        <p:nvSpPr>
          <p:cNvPr id="43" name="Text 41"/>
          <p:cNvSpPr/>
          <p:nvPr/>
        </p:nvSpPr>
        <p:spPr>
          <a:xfrm>
            <a:off x="4485132" y="50383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948172" y="5056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వేరియబుల్స్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485132" y="5513832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things, like score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1A1A2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స్కోరు వంటివి గుర్తుంచుకోండి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069580" y="489204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234172" y="5038344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6680"/>
          </a:solidFill>
          <a:ln/>
        </p:spPr>
      </p:sp>
      <p:sp>
        <p:nvSpPr>
          <p:cNvPr id="48" name="Text 46"/>
          <p:cNvSpPr/>
          <p:nvPr/>
        </p:nvSpPr>
        <p:spPr>
          <a:xfrm>
            <a:off x="8234172" y="50383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Blocks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697212" y="50566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మై బ్లాక్స్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234172" y="5513832"/>
            <a:ext cx="3191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own blocks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1A1A2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మీ స్వంత బ్లాక్‌లు తయారు చేయండి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· Scratch Basics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Your First Script</a:t>
            </a:r>
            <a:endParaRPr lang="en-US" sz="25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మీ మొదటి స్క్రిప్ట్‌ను నిర్మిద్దాం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11480" y="19659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04188" y="242316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8" name="Image 0" descr="/home/claude/icons/flag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" y="253288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15468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"Events"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Events నొక్కండి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40233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"when flag clicked" into the Code Area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ఆ బ్లాక్‌ను కోడ్ ఏరియాలోకి లాగండి</a:t>
            </a:r>
            <a:endParaRPr lang="en-US" sz="950" dirty="0"/>
          </a:p>
        </p:txBody>
      </p:sp>
      <p:pic>
        <p:nvPicPr>
          <p:cNvPr id="11" name="Image 1" descr="/home/claude/icons/arrow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3730752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91840" y="19659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42900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84548" y="242316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15" name="Image 2" descr="/home/claude/icons/bolt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276" y="253288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15468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"Motion"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Motion నొక్కండి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3474720" y="40233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"move 10 steps" and snap it underneath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"move 10 steps" ను కింద అతికించండి</a:t>
            </a:r>
            <a:endParaRPr lang="en-US" sz="950" dirty="0"/>
          </a:p>
        </p:txBody>
      </p:sp>
      <p:pic>
        <p:nvPicPr>
          <p:cNvPr id="18" name="Image 3" descr="/home/claude/icons/arrow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3730752"/>
            <a:ext cx="219456" cy="21945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172200" y="19659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30936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7264908" y="2423160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2" name="Image 4" descr="/home/claude/icons/flag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636" y="253288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36792" y="315468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green flag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ఆకుపచ్చ ఫ్లాగ్‌ను నొక్కండి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6355080" y="40233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sprite moves!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మీ స్ప్రైట్ కదులుతుంది!</a:t>
            </a:r>
            <a:endParaRPr lang="en-US" sz="950" dirty="0"/>
          </a:p>
        </p:txBody>
      </p:sp>
      <p:pic>
        <p:nvPicPr>
          <p:cNvPr id="25" name="Image 5" descr="/home/claude/icons/arrow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2" y="3730752"/>
            <a:ext cx="219456" cy="219456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052560" y="196596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19"/>
          <p:cNvSpPr/>
          <p:nvPr/>
        </p:nvSpPr>
        <p:spPr>
          <a:xfrm>
            <a:off x="91897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10145268" y="2423160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9" name="Image 6" descr="/home/claude/icons/cogs_oran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4996" y="2532888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217152" y="315468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experiment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ఇప్పుడు ప్రయత్నించండి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9235440" y="402336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number. Add more blocks.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సంఖ్యను మార్చండి. మరిన్ని బ్లాక్‌లు చేర్చండి.</a:t>
            </a:r>
            <a:endParaRPr lang="en-US" sz="950" dirty="0"/>
          </a:p>
        </p:txBody>
      </p:sp>
      <p:sp>
        <p:nvSpPr>
          <p:cNvPr id="32" name="Text 2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· Scratch Basics</a:t>
            </a:r>
            <a:endParaRPr lang="en-US" sz="950" dirty="0"/>
          </a:p>
        </p:txBody>
      </p:sp>
      <p:sp>
        <p:nvSpPr>
          <p:cNvPr id="33" name="Text 2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 &amp; Sharing Your Project</a:t>
            </a:r>
            <a:endParaRPr lang="en-US" sz="25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మీ ప్రాజెక్ట్‌ను సేవ్ &amp; షేర్ చేయడం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12080" cy="3931920"/>
          </a:xfrm>
          <a:prstGeom prst="roundRect">
            <a:avLst>
              <a:gd name="adj" fmla="val 3256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31720"/>
            <a:ext cx="731520" cy="7315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7" name="Image 0" descr="/home/claude/icons/sav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514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377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</a:t>
            </a:r>
            <a:endParaRPr lang="en-US" sz="22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సేవ్ చేయండి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914400" y="3520440"/>
            <a:ext cx="201168" cy="2011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/>
          <p:nvPr/>
        </p:nvSpPr>
        <p:spPr>
          <a:xfrm>
            <a:off x="1261872" y="340156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saves automatically to your account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ఆన్‌లైన్: మీ ఖాతాకు స్వయంగా సేవ్ అవుతుంది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4434840"/>
            <a:ext cx="201168" cy="2011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/>
          <p:nvPr/>
        </p:nvSpPr>
        <p:spPr>
          <a:xfrm>
            <a:off x="1261872" y="431596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File → Save to your computer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ఆఫ్‌లైన్: File → మీ కంప్యూటర్‌కు సేవ్ చేయండి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0" y="1965960"/>
            <a:ext cx="5212080" cy="3931920"/>
          </a:xfrm>
          <a:prstGeom prst="roundRect">
            <a:avLst>
              <a:gd name="adj" fmla="val 3256"/>
            </a:avLst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66560" y="2331720"/>
            <a:ext cx="731520" cy="731520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15" name="Image 1" descr="/home/claude/icons/share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5146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80960" y="23774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It</a:t>
            </a:r>
            <a:endParaRPr lang="en-US" sz="22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షేర్ చేయండి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766560" y="3520440"/>
            <a:ext cx="201168" cy="201168"/>
          </a:xfrm>
          <a:prstGeom prst="ellipse">
            <a:avLst/>
          </a:prstGeom>
          <a:solidFill>
            <a:srgbClr val="0F2040"/>
          </a:solidFill>
          <a:ln/>
        </p:spPr>
      </p:sp>
      <p:sp>
        <p:nvSpPr>
          <p:cNvPr id="18" name="Text 14"/>
          <p:cNvSpPr/>
          <p:nvPr/>
        </p:nvSpPr>
        <p:spPr>
          <a:xfrm>
            <a:off x="7114032" y="340156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"Share" to publish to the community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కమ్యూనిటీలో ప్రచురించడానికి "Share" నొక్కండి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766560" y="4434840"/>
            <a:ext cx="201168" cy="201168"/>
          </a:xfrm>
          <a:prstGeom prst="ellipse">
            <a:avLst/>
          </a:prstGeom>
          <a:solidFill>
            <a:srgbClr val="0F2040"/>
          </a:solidFill>
          <a:ln/>
        </p:spPr>
      </p:sp>
      <p:sp>
        <p:nvSpPr>
          <p:cNvPr id="20" name="Text 16"/>
          <p:cNvSpPr/>
          <p:nvPr/>
        </p:nvSpPr>
        <p:spPr>
          <a:xfrm>
            <a:off x="7114032" y="431596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is optional — it's your project either way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షేర్ చేయడం ఇష్టమైనది — మీ ప్రాజెక్ట్ ఎలాగైనా మీదే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· Scratch Basics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 Tips Before You Start</a:t>
            </a:r>
            <a:endParaRPr lang="en-US" sz="26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మొదలుపెట్టే ముందు కొన్ని సూచనలు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51560" y="1965960"/>
            <a:ext cx="10058400" cy="1280160"/>
          </a:xfrm>
          <a:prstGeom prst="roundRect">
            <a:avLst>
              <a:gd name="adj" fmla="val 8571"/>
            </a:avLst>
          </a:prstGeom>
          <a:solidFill>
            <a:srgbClr val="1C3A6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28600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7" name="Image 0" descr="/home/claude/icons/boo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24414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0280" y="2112264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Tutorials button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Tutorials బటన్‌ను ప్రయత్నించండి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240280" y="26791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guided projects, built right in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లోపలే ఉన్న దశలవారీ గైడెడ్ ప్రాజెక్ట్‌లు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051560" y="3566160"/>
            <a:ext cx="10058400" cy="1280160"/>
          </a:xfrm>
          <a:prstGeom prst="roundRect">
            <a:avLst>
              <a:gd name="adj" fmla="val 8571"/>
            </a:avLst>
          </a:prstGeom>
          <a:solidFill>
            <a:srgbClr val="1C3A6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371600" y="388620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2" name="Image 1" descr="/home/claude/icons/random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40416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40280" y="3712464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a project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ఒక ప్రాజెక్ట్‌ను రీమిక్స్ చేయండి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240280" y="42793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someone else's project and make it your own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ఇంకొకరి ప్రాజెక్ట్‌ను తెరిచి మీదిగా మార్చుకోండి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1051560" y="5166360"/>
            <a:ext cx="10058400" cy="1280160"/>
          </a:xfrm>
          <a:prstGeom prst="roundRect">
            <a:avLst>
              <a:gd name="adj" fmla="val 8571"/>
            </a:avLst>
          </a:prstGeom>
          <a:solidFill>
            <a:srgbClr val="1C3A6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371600" y="548640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7" name="Image 2" descr="/home/claude/icons/fla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564184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40280" y="5312664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challenge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ఈరోజు సవాలు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2240280" y="5879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sprite move, react, and do something funny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స్ప్రైట్‌ను కదిలించండి, స్పందించేలా చేయండి, సరదాగా చేయండి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· Scratch Basics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puzzle_navy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778240" y="73152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103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Open Scratch!</a:t>
            </a:r>
            <a:endParaRPr lang="en-US" sz="42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Scratch తెరదాం!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58368" y="37947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blocks. Your ideas. Your project.</a:t>
            </a:r>
            <a:endParaRPr lang="en-US" sz="17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మీ బ్లాక్‌లు. మీ ఆలోచనలు. మీ ప్రాజెక్ట్.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40080" y="502920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F5A623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5029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SCRATCH.MIT.EDU →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Program  ·  Kurnool, Andhra Pradesh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Scratch (Bilingual)</dc:title>
  <dc:subject>PptxGenJS Presentation</dc:subject>
  <dc:creator>Actoryx Student Incubator</dc:creator>
  <cp:lastModifiedBy>Actoryx Student Incubator</cp:lastModifiedBy>
  <cp:revision>1</cp:revision>
  <dcterms:created xsi:type="dcterms:W3CDTF">2026-06-23T17:34:36Z</dcterms:created>
  <dcterms:modified xsi:type="dcterms:W3CDTF">2026-06-23T17:34:36Z</dcterms:modified>
</cp:coreProperties>
</file>